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26dc820314e08" /><Relationship Type="http://schemas.openxmlformats.org/officeDocument/2006/relationships/extended-properties" Target="/docProps/app.xml" Id="R441b3c49e4ab49c0" /><Relationship Type="http://schemas.openxmlformats.org/officeDocument/2006/relationships/officeDocument" Target="/ppt/presentation.xml" Id="Rd0091db8aef34e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45393c8d494cf8"/>
  </p:sldMasterIdLst>
  <p:notesMasterIdLst>
    <p:notesMasterId xmlns:r="http://schemas.openxmlformats.org/officeDocument/2006/relationships" r:id="Rc2fd99be02434a71"/>
  </p:notesMasterIdLst>
  <p:sldIdLst>
    <p:sldId xmlns:r="http://schemas.openxmlformats.org/officeDocument/2006/relationships" id="256" r:id="R6162ad349f6b4bd9"/>
    <p:sldId xmlns:r="http://schemas.openxmlformats.org/officeDocument/2006/relationships" id="257" r:id="Rda8bde40f8af4aa4"/>
    <p:sldId xmlns:r="http://schemas.openxmlformats.org/officeDocument/2006/relationships" id="258" r:id="R942b697b554b4c4f"/>
    <p:sldId xmlns:r="http://schemas.openxmlformats.org/officeDocument/2006/relationships" id="259" r:id="R25deccd0d8694a59"/>
    <p:sldId xmlns:r="http://schemas.openxmlformats.org/officeDocument/2006/relationships" id="260" r:id="Rca97b04ffbe54be0"/>
    <p:sldId xmlns:r="http://schemas.openxmlformats.org/officeDocument/2006/relationships" id="261" r:id="Ra8ecc07d62234505"/>
    <p:sldId xmlns:r="http://schemas.openxmlformats.org/officeDocument/2006/relationships" id="262" r:id="R7e21a4d162134a85"/>
    <p:sldId xmlns:r="http://schemas.openxmlformats.org/officeDocument/2006/relationships" id="263" r:id="R2efb7222024641da"/>
    <p:sldId xmlns:r="http://schemas.openxmlformats.org/officeDocument/2006/relationships" id="264" r:id="R8ac511927a944706"/>
    <p:sldId xmlns:r="http://schemas.openxmlformats.org/officeDocument/2006/relationships" id="265" r:id="Rffe21f6f375240cc"/>
    <p:sldId xmlns:r="http://schemas.openxmlformats.org/officeDocument/2006/relationships" id="266" r:id="R5d6d0b78f0aa42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11d956292944f6" /><Relationship Type="http://schemas.openxmlformats.org/officeDocument/2006/relationships/slideMaster" Target="/ppt/slideMasters/slideMaster1.xml" Id="Rf145393c8d494cf8" /><Relationship Type="http://schemas.openxmlformats.org/officeDocument/2006/relationships/notesMaster" Target="/ppt/notesMasters/notesMaster1.xml" Id="Rc2fd99be02434a71" /><Relationship Type="http://schemas.openxmlformats.org/officeDocument/2006/relationships/presProps" Target="/ppt/presProps.xml" Id="R9c477fa8d77742e6" /><Relationship Type="http://schemas.openxmlformats.org/officeDocument/2006/relationships/tableStyles" Target="/ppt/tableStyles.xml" Id="R9bb64ccde7be4339" /><Relationship Type="http://schemas.openxmlformats.org/officeDocument/2006/relationships/slide" Target="/ppt/slides/slide1.xml" Id="R6162ad349f6b4bd9" /><Relationship Type="http://schemas.openxmlformats.org/officeDocument/2006/relationships/slide" Target="/ppt/slides/slide2.xml" Id="Rda8bde40f8af4aa4" /><Relationship Type="http://schemas.openxmlformats.org/officeDocument/2006/relationships/slide" Target="/ppt/slides/slide3.xml" Id="R942b697b554b4c4f" /><Relationship Type="http://schemas.openxmlformats.org/officeDocument/2006/relationships/slide" Target="/ppt/slides/slide4.xml" Id="R25deccd0d8694a59" /><Relationship Type="http://schemas.openxmlformats.org/officeDocument/2006/relationships/slide" Target="/ppt/slides/slide5.xml" Id="Rca97b04ffbe54be0" /><Relationship Type="http://schemas.openxmlformats.org/officeDocument/2006/relationships/slide" Target="/ppt/slides/slide6.xml" Id="Ra8ecc07d62234505" /><Relationship Type="http://schemas.openxmlformats.org/officeDocument/2006/relationships/slide" Target="/ppt/slides/slide7.xml" Id="R7e21a4d162134a85" /><Relationship Type="http://schemas.openxmlformats.org/officeDocument/2006/relationships/slide" Target="/ppt/slides/slide8.xml" Id="R2efb7222024641da" /><Relationship Type="http://schemas.openxmlformats.org/officeDocument/2006/relationships/slide" Target="/ppt/slides/slide9.xml" Id="R8ac511927a944706" /><Relationship Type="http://schemas.openxmlformats.org/officeDocument/2006/relationships/slide" Target="/ppt/slides/slide10.xml" Id="Rffe21f6f375240cc" /><Relationship Type="http://schemas.openxmlformats.org/officeDocument/2006/relationships/slide" Target="/ppt/slides/slide11.xml" Id="R5d6d0b78f0aa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a9b20028f44c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bb17952f914113" /><Relationship Type="http://schemas.openxmlformats.org/officeDocument/2006/relationships/notesMaster" Target="/ppt/notesMasters/notesMaster1.xml" Id="R809603dab3a840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a119d1e1a4cc4" /><Relationship Type="http://schemas.openxmlformats.org/officeDocument/2006/relationships/notesMaster" Target="/ppt/notesMasters/notesMaster1.xml" Id="Rc7b86defbdc44a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8815aa25d042db" /><Relationship Type="http://schemas.openxmlformats.org/officeDocument/2006/relationships/notesMaster" Target="/ppt/notesMasters/notesMaster1.xml" Id="R68ad2205970647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7ea213e2974b7a" /><Relationship Type="http://schemas.openxmlformats.org/officeDocument/2006/relationships/notesMaster" Target="/ppt/notesMasters/notesMaster1.xml" Id="R42bfa1a34c6d42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e470bc236b4b78" /><Relationship Type="http://schemas.openxmlformats.org/officeDocument/2006/relationships/notesMaster" Target="/ppt/notesMasters/notesMaster1.xml" Id="R502b8d8d829541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35e1ee9bb946b8" /><Relationship Type="http://schemas.openxmlformats.org/officeDocument/2006/relationships/notesMaster" Target="/ppt/notesMasters/notesMaster1.xml" Id="R1b7947584c0149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fc1790f73c4737" /><Relationship Type="http://schemas.openxmlformats.org/officeDocument/2006/relationships/notesMaster" Target="/ppt/notesMasters/notesMaster1.xml" Id="R36a4691984a645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8ec27abcf94a94" /><Relationship Type="http://schemas.openxmlformats.org/officeDocument/2006/relationships/notesMaster" Target="/ppt/notesMasters/notesMaster1.xml" Id="R0fded2f41e6b45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41bb75cc0b4eba" /><Relationship Type="http://schemas.openxmlformats.org/officeDocument/2006/relationships/notesMaster" Target="/ppt/notesMasters/notesMaster1.xml" Id="Rcda896cb548349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9992e2d5b5494c" /><Relationship Type="http://schemas.openxmlformats.org/officeDocument/2006/relationships/notesMaster" Target="/ppt/notesMasters/notesMaster1.xml" Id="R63f137acf0eb4c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3168297ea34734" /><Relationship Type="http://schemas.openxmlformats.org/officeDocument/2006/relationships/notesMaster" Target="/ppt/notesMasters/notesMaster1.xml" Id="Ra2935e1700c4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62d656dce44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bf6a2c8b3e48ad" /><Relationship Type="http://schemas.openxmlformats.org/officeDocument/2006/relationships/slideLayout" Target="/ppt/slideLayouts/slideLayout1.xml" Id="R574dbe2a1f2644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4dbe2a1f2644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89472f2cb4aaf" /><Relationship Type="http://schemas.openxmlformats.org/officeDocument/2006/relationships/notesSlide" Target="/ppt/notesSlides/notesSlide1.xml" Id="Rb2c47cfd8fac43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aa952519e46a6" /><Relationship Type="http://schemas.openxmlformats.org/officeDocument/2006/relationships/notesSlide" Target="/ppt/notesSlides/notesSlide2.xml" Id="Rd5d6dd56bb87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874f93ee24387" /><Relationship Type="http://schemas.openxmlformats.org/officeDocument/2006/relationships/notesSlide" Target="/ppt/notesSlides/notesSlide3.xml" Id="R4168bc72db4f4d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630bca2794f2a" /><Relationship Type="http://schemas.openxmlformats.org/officeDocument/2006/relationships/notesSlide" Target="/ppt/notesSlides/notesSlide4.xml" Id="R22ed4a9d6aa1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a030260e5476c" /><Relationship Type="http://schemas.openxmlformats.org/officeDocument/2006/relationships/notesSlide" Target="/ppt/notesSlides/notesSlide5.xml" Id="R8544698bfc7949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a0dbe111040b4" /><Relationship Type="http://schemas.openxmlformats.org/officeDocument/2006/relationships/notesSlide" Target="/ppt/notesSlides/notesSlide6.xml" Id="R1c4fafc8473f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c628f84064fcc" /><Relationship Type="http://schemas.openxmlformats.org/officeDocument/2006/relationships/notesSlide" Target="/ppt/notesSlides/notesSlide7.xml" Id="Rdb9b93fb997e4b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8e73d1ff44543" /><Relationship Type="http://schemas.openxmlformats.org/officeDocument/2006/relationships/notesSlide" Target="/ppt/notesSlides/notesSlide8.xml" Id="R0c08d0de39b447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1351b1f0745c5" /><Relationship Type="http://schemas.openxmlformats.org/officeDocument/2006/relationships/notesSlide" Target="/ppt/notesSlides/notesSlide9.xml" Id="Rf144a9bfb71a43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ec17eedc44cc5" /><Relationship Type="http://schemas.openxmlformats.org/officeDocument/2006/relationships/notesSlide" Target="/ppt/notesSlides/notesSlide10.xml" Id="R0237a52e44124d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813c902f34e92" /><Relationship Type="http://schemas.openxmlformats.org/officeDocument/2006/relationships/notesSlide" Target="/ppt/notesSlides/notesSlide11.xml" Id="R771dd30e4aa04a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E668C-ED35-452E-B7EE-2DE63330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Project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CD88-46D2-4FDF-ACC9-D0BC3F73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800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SaaS HRMS Project Documentation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7E5FB-DC68-4906-AACD-22364E3D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Phase 1 SaaS HRMS performance management system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Express API, Prisma/PostgreSQL, React/Vite web portal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B2CB8-F92C-4B40-9276-DF92435F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FB720-7DE5-4AA2-9CC0-90C828E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implementation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 of 2026-07-02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77621-6FC6-4244-A476-7E7C3D87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7807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58341C-ACDC-4C8E-9A9C-39A17F6C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Repository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B7176-1B6F-4CB4-B1FC-66C57D4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048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codebase is a modular monolith with a React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8D2AA-E52C-49F6-BA6F-3AE3262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742950"/>
            <a:ext cx="5543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numbers below describe the repository shape, not a future roadmap: they are derived from the current folders, Prisma schema, migrations, and test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EBC59-48CE-432F-A3C3-B49B21F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25812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A5279-919D-424C-94F0-54A75E56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3BE32-1CC9-4A2C-BD9D-523964C9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backend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CFF55-C442-422C-9EF5-63C986BD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43150"/>
            <a:ext cx="25812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C77E3-A5D1-4358-BD6A-FEB094E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FC642-72CB-4BC1-B26E-FD32FD6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576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frontend feature areas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7A17E-37A1-4B73-8E3F-D18E3B9F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43150"/>
            <a:ext cx="25812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BC27C-4B97-44BF-A575-F74CC124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98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6556B-12FB-459D-80D3-35B3C812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Prisma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78DAD-3FB9-4567-9666-BC8C1C93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43150"/>
            <a:ext cx="25812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A4B25-3012-4C20-A6E5-7D484CC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BB5C8-EA1C-4889-B4FB-D0A208B2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576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Prisma enums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8AC8B-0C8D-4672-B77C-BABB0AA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6E167-23D0-4906-9D88-4D779E39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 migrations and 8 test files are present; `pnpm verify` is the release gate that ties typechecking, tests, and builds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3C75C-DEE8-4D71-B7F5-CBD6AA04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3087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B86808-A25E-4080-AA7B-398E269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Phase 1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04866-9336-4D8C-87AB-787F333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144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implemented product is focused on tenant-aware performance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A7F08-91D4-4A66-B350-B841AD53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Phase 1 covers authentication, tenant and organization administration, role and permission management, performance reviews, audit events, a React portal, a PostgreSQL-backed API, and automated verification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39157-AA8A-459E-9A58-10827321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668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83C42-7704-47F5-B7AA-99802E2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38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73072-F38A-474C-A027-F9D061F6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Express, TypeScript ESM, Prisma, PostgreSQL, Pino, Zod, Vitest.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BC1B4-A8E8-4C85-9EAD-DC6E1D8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1651C-323A-4791-8E24-729C23FE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A5551-94AC-4D07-9C02-3072B74B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React, Vite, Router, TanStack Query, React Hook Form, Zustand.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89632-6DE4-4E9A-ACFA-A2418CC4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766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BBFF9-993A-4717-A11A-0536E257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3C60F-A51B-461F-9CF4-8BBC27F7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Auth, admin, RBAC, audit, performance management, web portal.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F937D-46E7-462D-8894-D009FAF9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0C721-7739-49C0-9465-E9798F15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 of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89FB1-F595-4896-80E9-5752DDC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Mobile, GraphQL, Kafka, payroll, recruitment, SSO, SCIM, Kubernetes.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28E43-073F-4657-938D-D7112BD1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0549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B98ED5-628D-40D4-9C25-B50772F8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Runtime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DD07E-8F44-4745-A777-C194BC4F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048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 move through guards before domain services touch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2B7E3-3443-46AC-AD3B-C0C41644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7B153-5E11-4FCE-9522-08201E7D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0BBCE-4DD2-4FCC-B1ED-308B765A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57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React/Vite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D4124-A420-4591-897A-C00F562A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242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Route guards and API client attach access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99D4B-762F-4E12-8471-9F419B9C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5664F-1254-46F9-82F3-3B74A43A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2479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DEF1A-446B-4B4E-80A1-CF5DCBE8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AE376-886C-4FF9-B9EF-4DBFE039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57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51799-26AA-4198-877C-09CC52B0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242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Helmet, CORS, JSON limits, cookies, request context, logging.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2305F-005A-40E9-940C-973D2B8F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14BAD-6454-4AE6-86F6-4D0CD29F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479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59DC6-26A2-4E87-8FED-43D4EF29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2C967-5E61-4AE5-BB5F-6339D14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 and RBAC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A9A4E-FACD-44DB-BAB5-8A6401F4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242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JWT verification, tenant access, permission checks, MFA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12C24-FD23-4623-ACAF-C62A8D6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CB9E8-1DE8-46AF-8BE5-BC458BDF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479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C07E9-3E75-4DC9-A892-A2A3EEA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099F6-1CDA-4108-ABDD-1A077759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7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094F6-DE5E-41C9-A15E-3819743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242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Auth, admin, performance, audit, and RBAC own behavior.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D69C6-6DCC-411D-B07E-9195D0AD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823B8-325D-4C67-8C65-1402BD0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E6823-8CEA-4842-BA83-2C4C4182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5DA73-5CBA-40A6-9DAA-3437955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57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Prisma/Postgres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515E5-86A0-4149-B7D8-699E10A8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5242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Tenant-owned records are filtered in application code today.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076D2-6038-46B3-A91C-B66126E7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Primary API roots: `/health/live`, `/api/v1/auth`, `/api/v1/admin`, `/api/v1/performance`.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E290F-F65E-416F-93B0-8E1BF4C8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88220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DCDE1-0127-4349-B4F6-80C2DA6C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Backend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9D411-3397-4C45-96B5-6CED8C6A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048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Backend modules stay flat and ownership is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7B53-E15B-4EB2-B54D-0C32C5A6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`src/core` owns shared infrastructure. Feature behavior lives in `src/modules/&lt;module&gt;` with route, controller, service, schema, and boundary exports.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D67E9-0C3E-4F7D-B15B-2936A4F2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6B04E-9548-4045-B6BA-50C5262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0B787-A6CE-4C5A-A03F-C6C8729F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03C33-87C9-4798-82E3-94EF8B8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2971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Auth owns login, email OTP, refresh sessions, logout, password reset, MFA setup, profile, and session management.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F7785-CAC6-4CC1-9060-E163034B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08111-E67E-427D-96F6-2A9A1C37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DAD13-1B0E-439E-A0FC-17B8997D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24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CE832-81BF-4275-A94C-2CB698F6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57600"/>
            <a:ext cx="2971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Admin owns tenants, organizations, users, roles, permissions, assignments, and archive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351BD-7BE2-4883-BEB6-1E992475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01D61-9A3A-4D21-9D65-362BE186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092F6-5B5A-4079-B703-7E9B1B8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24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03885-E511-4CEE-B70B-EA7F463D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57600"/>
            <a:ext cx="2971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Performance owns review cycles, goals, KRAs, KPIs, review submissions, progress, and evidence links.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44761-4DB0-4DE3-A32A-6F6C8814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2819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159280-E35A-44F2-B6F9-CE859138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Frontend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DB629-6125-4D64-889B-BD43A1EB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048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web app mirrors product areas and keeps shared UI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7BA4D-E483-4D34-861E-F22229A3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Feature folders own screens and API clients. Shared primitives, forms, and small utilities live under `frontend/src/shared`.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EF3AF-97E4-4888-9BFD-6B4381A7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4F5AF-3547-4BFA-B460-555E62B2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7B9F7-85CD-487D-A094-87A87B77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73A4B-01DA-4DB2-9A65-77317B78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2971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Auth bootstrap, route guards, permission guards, login, forgot password, reset password, and local auth store.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22459-EBFE-4EF9-8045-BC97E477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C98A3-1BF5-4FE4-B8EE-CBEE6B06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585AC-9BFE-46B5-83EB-500D9784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24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 screens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E3504-AF62-43FF-B39A-E112032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57600"/>
            <a:ext cx="2971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Dashboard, admin pages, performance page, and self-service profile, security, and sessions views.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61CE3-129B-4CC6-AB21-97BC6E30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CAA55-A6F0-46DE-A118-832154BA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5DD5D-878B-4E24-861B-39DDAFA6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24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DBD93-CB1C-4F35-9560-D66CC874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57600"/>
            <a:ext cx="2971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HTTP client, forms, inputs, cards, tables, dialogs, badges, date formatting, initials, and class merging.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68898-7B9D-4019-8774-7A34B8D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188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30FB24-EBB9-4175-B250-A8ED6D42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9BEA3-8A4D-49CC-8893-5A73B13D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048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schema is centered on tenant identity, access, and performance reviews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5CC07-68BD-4EDB-B020-B489500B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533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4E888-14FD-4F38-83A9-2096A44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Tenant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06ED1-8A2F-439C-8DDF-16FF6719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Tenant, Organization, TenantMembership, HrmsRecord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253FE-BF76-414F-A8F7-2DC35FC0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33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BE48F-1DCB-4AA0-8738-D90F39E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71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4F869-86CD-4025-A916-6B89BA9B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95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User, AuthSession, PasswordResetToken, LoginOtp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D0CFC-31F4-4E1F-BF2C-D683EBF5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533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5F7AB-D9C8-4BD0-92D6-BDB6281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09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9BCBC-259A-4F9D-9DA7-CF8E8DC3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Role, Permission, RolePermission, RoleAssignment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94BCC-0BAE-4CE5-A3B7-77AF75E9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38500"/>
            <a:ext cx="533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C33D9-562E-4529-8157-0133D344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09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D6FF8-3392-4CE3-B430-7B914AE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33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ReviewCycle, Goal, KRA, KPI, Review,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4CF15-D518-476F-86CF-A5C33736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114014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CE7E2-E098-4B7C-BB84-2DCE992F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trail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878DF-C174-4C5F-8E8E-7AEEF4D6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7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AuditEvent and DeletedUserArchive preserve sensitive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0CC97-B15E-48B9-BB0E-6D7E0905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34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Current tenancy is pooled: shared database and schema, tenant IDs on tenant-owned records, and application-level tenant validation. RLS is called out as enterprise hardening before high-risk tenants.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17663-2902-4E0A-85A7-8668B646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8846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E95EA5-A1BC-495C-87CF-8172D6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24A62-D8A3-48C4-BDE5-78E32252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048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public API is small, versioned, and protected by schemas and permissions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FF2D-57F5-41EE-8BAE-EDDEE466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5FE26-840C-42F7-A1FA-35B0CEF4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369C5-7CDF-49E6-9F59-C7AD2A2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3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/tenants, /login, /otp, /refresh, password reset, /me, logout, MFA, sessions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1A4DD-4B7B-4250-8095-48C469B0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83411-E25F-4AEC-8BF4-98EC648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F06C2-8A5A-4E9E-8B85-15167F5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tenants, organizations, users, roles, permissions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7D767-DBD9-49DD-984C-80B4428C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814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1CCEF-4C26-4420-991C-D1EB9E4F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E4E42-40D0-427A-9988-4D8B4B7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dashboard, cycles, goals, KRAs, KPIs, reviews,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CAE91-AAF0-4733-865C-7CFEBBA2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F3422-0BFB-4CD2-88BD-756674B4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Standard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E52F7-F630-4FE7-B531-E4A35E4A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Zod validation, 401 auth failures, 403 authorization failures, 404 unknown routes, sanitized 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DE9C3-9501-48B9-8D4B-86E77C2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11401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C7534-A170-410D-8973-E30959BF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Rule for new endpoints: define route, method, authentication, permission, tenant behavior, schemas, audit behavior, error codes, and tests.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997A2-A58E-4E6E-A569-7DC27F6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2486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1492B0-C618-47E6-9D14-CBF19401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D4142-CD87-41DE-8D81-A98CE469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144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 is permission based; role names are only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DEEA7-6F16-4310-BFF4-0D96E981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Each protected request combines authenticated user context, active session, tenant membership, role assignment, permission code, assignment scope, and optional MFA requirements. Sensitive administration actions write audit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EE18C-4A0E-45E2-85AE-C403ADB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668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89251-8764-4F2A-B08E-EE281367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38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8594F-2451-4A52-AB78-8934888D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Helmet, CORS allowlist, Argon2, JWTs, refresh sessions, auth rate limiting, audit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6D970-8327-4A4E-8B78-974A280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4C37F-E30E-4224-82B3-DE77E26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CC94A-1F42-4D95-898E-74A416A0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PLATFORM, TENANT, ORGANIZATION, TEAM, SELF.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E4589-D5E1-49F4-B8EF-E9ED5E0D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766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8C78C-F77D-490D-A27E-8BF2C732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 public 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A7C80-72E0-4EAC-8AC2-74BB7AEF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Tighten secrets, cookies, CORS, backups, dependency scans, audit map, and RLS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F8DFC-A8E3-479E-86C2-A1F26277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2F798-101B-4638-9D9B-25851708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Engineering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1072E-A8EE-49E1-A986-D3BC41D3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No tenant-owned query without filtering or RLS.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6F476-906B-41B8-8C36-462A933A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36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FB795-7D6F-4779-8912-FA5AB50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Developer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78C34-5C10-483D-8A46-A6FE2202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048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Setup and verification are documented as runbooks, not tribal knowledge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F1E42-4392-4F55-B955-6C8B971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C335A-D452-4CEE-80A0-6451D7CD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642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E6A59-C1CA-4FF2-B864-7742A195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81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pnpm install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8F69C-38CE-4BF1-BCD3-7ABA6032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Backend dev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D807D-DA8E-418F-BE87-5818F7BA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642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337BA-40B6-4658-BFB9-3DDC542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pnpm dev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F366F-F371-49E3-BD03-17FE3D23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95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Frontend dev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1C917-D8B0-42C8-81BC-7E52B23A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642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21787-E3E6-4EA5-8BB3-1319DF0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14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pnpm frontend:dev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8C05F-A11B-4623-BE5C-4C112567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6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2A47E-F465-4601-9D58-4D7D6807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642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44048-798D-4DF9-B311-CE8A7C0F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81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pnpm prisma:generate | pnpm prisma:migrate | pnpm prisma:seed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2531E-ED4A-4F68-B557-5D40038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E36EB-6837-4DC8-8CEC-1C3BAD60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642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4E23D-AD98-449B-95E4-7B888686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00000"/>
                </a:solidFill>
                <a:latin typeface="Aptos Mono"/>
                <a:ea typeface="Aptos Mono"/>
                <a:cs typeface="Aptos Mono"/>
              </a:rPr>
              <a:t>pnpm 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2FFE5-D4A9-4F77-BFD0-B4EC3F36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Runbook order: database, backend API, frontend web, auth, admin, performance, RBAC/audit, development workflow.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723A1-484B-48C2-AFA1-5CAB507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9013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F3093-E97E-4C94-B083-A6E0199B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Release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2E4F4-69D0-4A1F-90A8-4A49470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144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1 should stay narrow until the current product is proven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CEB26-1A71-48E5-ADD5-FE17145E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architecture document is explicit: do not describe roadmap features as current guarantees. Stabilize auth, admin, performance, audit coverage, deployment checks, backups, dependency scans, and the RLS decision before broadening the platform.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0124F-BA3B-422B-B042-0EA271AB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668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EBC61-8944-4CBA-833C-25516512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38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1A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3BD8E-C664-456C-9A9F-F0FD7178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Keep current modules green; add audit map and production checklist.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87DD0-D52D-421F-BAC2-45E0753A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06F1A-0D07-4A83-ADB8-4B2C3B8E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FF346-0BFE-4B8B-9E49-5883A48B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Expand HR core with profiles, leave, documents, notifications, idempotency.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00E4F-F619-4BFB-B227-5AD2B871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766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94A2B-AB4D-443A-ABFC-277757D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D83D2-DA8B-45CF-9A62-3B59E0E2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Enterprise readiness: RLS, SSO, SCIM, custom domains, tenant lifecycle.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13C7F-A8A8-4659-A76D-D9AFBC48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562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CE93E-F51B-4B0B-8D81-FACFCB26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C5B4C-C3C9-4489-B804-F9C5270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`pnpm verify` plus documented manual checks for risky migrations.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B2A72-50A0-41F8-8930-9B4FCA73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08551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2026-07-02T15:13:16.9990000Z</dcterms:created>
  <dcterms:modified xsi:type="dcterms:W3CDTF">2026-07-02T15:13:16.9990000Z</dcterms:modified>
</coreProperties>
</file>